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Flow (HTTP)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 sends HTTP request → DispatcherServlet → Controller → Service → Repository → Database → Response as JSON.</a:t>
            </a:r>
          </a:p>
          <a:p>
            <a:r>
              <a:t>HTTP Methods: GET, POST, PUT, DELETE.</a:t>
            </a:r>
          </a:p>
          <a:p>
            <a:r>
              <a:t>Status codes: 200,404,500.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Controller: Request handling</a:t>
            </a:r>
          </a:p>
          <a:p>
            <a:r>
              <a:t>Service: Business logic</a:t>
            </a:r>
          </a:p>
          <a:p>
            <a:r>
              <a:t>Repository: DB access</a:t>
            </a:r>
          </a:p>
          <a:p>
            <a:r>
              <a:t>Advantages: Separation of concerns, maintainability,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 &amp; IoC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IoC: Spring manages object creation.</a:t>
            </a:r>
          </a:p>
          <a:p>
            <a:r>
              <a:t>DI: Dependencies injected.</a:t>
            </a:r>
          </a:p>
          <a:p>
            <a:r>
              <a:t>Types: Constructor (best), Setter, Field.</a:t>
            </a:r>
          </a:p>
          <a:p>
            <a:r>
              <a:t>Advantage: Loose coupling.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Beans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Bean: Object managed by Spring.</a:t>
            </a:r>
          </a:p>
          <a:p>
            <a:r>
              <a:t>ApplicationContext manages beans, lifecycle and injection.</a:t>
            </a:r>
          </a:p>
          <a:p>
            <a:r>
              <a:t>Spring Boot uses ApplicationContext.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Resource based URLs.</a:t>
            </a:r>
          </a:p>
          <a:p>
            <a:r>
              <a:t>Use HTTP methods.</a:t>
            </a:r>
          </a:p>
          <a:p>
            <a:r>
              <a:t>Stateless architecture.</a:t>
            </a:r>
          </a:p>
          <a:p>
            <a:r>
              <a:t>Proper status codes.</a:t>
            </a:r>
          </a:p>
          <a:p>
            <a:r>
              <a:t>JSON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ORM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ORM maps Java objects to DB tables.</a:t>
            </a:r>
          </a:p>
          <a:p>
            <a:r>
              <a:t>JPA specification, Hibernate implementation.</a:t>
            </a:r>
          </a:p>
          <a:p>
            <a:r>
              <a:t>Advantages: Less SQL, faster 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DTO (Data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DTO transfers data between layers.</a:t>
            </a:r>
          </a:p>
          <a:p>
            <a:r>
              <a:t>Improves security.</a:t>
            </a:r>
          </a:p>
          <a:p>
            <a:r>
              <a:t>Hides sensitive data.</a:t>
            </a:r>
          </a:p>
          <a:p>
            <a:r>
              <a:t>Controller → DTO → Service → Entity → DB.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@Transactional ensures ACID.</a:t>
            </a:r>
          </a:p>
          <a:p>
            <a:r>
              <a:t>Rollback on runtime exceptions.</a:t>
            </a:r>
          </a:p>
          <a:p>
            <a:r>
              <a:t>Used in financial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Checked vs Unchecked.</a:t>
            </a:r>
          </a:p>
          <a:p>
            <a:r>
              <a:t>@RestControllerAdvice for global handling.</a:t>
            </a:r>
          </a:p>
          <a:p>
            <a:r>
              <a:t>Centralized error responses.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vs Authorization.</a:t>
            </a:r>
          </a:p>
          <a:p>
            <a:r>
              <a:t>Spring Security features: JWT, BCrypt, Roles.</a:t>
            </a:r>
          </a:p>
          <a:p>
            <a:r>
              <a:t>Session vs Token.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Lightweight data format.</a:t>
            </a:r>
          </a:p>
          <a:p>
            <a:r>
              <a:t>Spring uses Jackson for conversion.</a:t>
            </a:r>
          </a:p>
          <a:p>
            <a:r>
              <a:t>Java objects auto converted to JSON.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→ Controller → DTO → Service (@Transactional) → Repository (ORM) → DB → Exception handler → JSON Response.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