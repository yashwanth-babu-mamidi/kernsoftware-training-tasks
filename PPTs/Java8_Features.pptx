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73125"/>
            <a:ext cx="7772400" cy="1470025"/>
          </a:xfrm>
        </p:spPr>
        <p:txBody>
          <a:bodyPr/>
          <a:lstStyle/>
          <a:p>
            <a:r>
              <a:rPr dirty="0"/>
              <a:t>Java 8 Features – Detailed Explanation with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4438" y="2552700"/>
            <a:ext cx="6400800" cy="1752600"/>
          </a:xfrm>
        </p:spPr>
        <p:txBody>
          <a:bodyPr>
            <a:noAutofit/>
          </a:bodyPr>
          <a:lstStyle/>
          <a:p>
            <a:r>
              <a:rPr sz="2400" dirty="0"/>
              <a:t>Below is a complete, job-oriented explanation of Java 8 features, written the way it’s usually taught in training + interviews,</a:t>
            </a:r>
          </a:p>
          <a:p>
            <a:r>
              <a:rPr sz="2400" dirty="0"/>
              <a:t>with clear theory + example programs + why it is needed.</a:t>
            </a:r>
          </a:p>
          <a:p>
            <a:endParaRPr sz="2400" dirty="0"/>
          </a:p>
          <a:p>
            <a:r>
              <a:rPr sz="2400" dirty="0"/>
              <a:t>You can study topic-by-topic and practice programs easily.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8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8 was a major upgrade that made Java more functional, concise, and powerful,</a:t>
            </a:r>
          </a:p>
          <a:p>
            <a:r>
              <a:t>especially for collections, multithreading, and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dirty="0"/>
              <a:t>1. Lambda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What is it?</a:t>
            </a:r>
          </a:p>
          <a:p>
            <a:r>
              <a:rPr sz="2000" dirty="0"/>
              <a:t>A lambda expression is an anonymous function (no name, no return type, no access modifier).</a:t>
            </a:r>
          </a:p>
          <a:p>
            <a:endParaRPr sz="2000" dirty="0"/>
          </a:p>
          <a:p>
            <a:r>
              <a:rPr sz="2000" dirty="0"/>
              <a:t>Why introduced?</a:t>
            </a:r>
          </a:p>
          <a:p>
            <a:r>
              <a:rPr sz="2000" dirty="0"/>
              <a:t>Before Java 8, code was too verbose, especially with:</a:t>
            </a:r>
          </a:p>
          <a:p>
            <a:r>
              <a:rPr sz="2000" dirty="0"/>
              <a:t>- Threads</a:t>
            </a:r>
          </a:p>
          <a:p>
            <a:r>
              <a:rPr sz="2000" dirty="0"/>
              <a:t>- Event handling</a:t>
            </a:r>
          </a:p>
          <a:p>
            <a:r>
              <a:rPr sz="2000" dirty="0"/>
              <a:t>- Collections</a:t>
            </a:r>
          </a:p>
          <a:p>
            <a:endParaRPr sz="2000" dirty="0"/>
          </a:p>
          <a:p>
            <a:r>
              <a:rPr sz="2000" dirty="0"/>
              <a:t>Syntax:</a:t>
            </a:r>
          </a:p>
          <a:p>
            <a:r>
              <a:rPr sz="2000" dirty="0"/>
              <a:t>(parameters) -&gt; expression</a:t>
            </a:r>
          </a:p>
          <a:p>
            <a:r>
              <a:rPr sz="2000" dirty="0"/>
              <a:t>(parameters) -&gt; { statements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– Before Java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Runnable r = new Runnable() {</a:t>
            </a:r>
          </a:p>
          <a:p>
            <a:r>
              <a:t>    public void run() {</a:t>
            </a:r>
          </a:p>
          <a:p>
            <a:r>
              <a:t>        System.out.println("Thread running");</a:t>
            </a:r>
          </a:p>
          <a:p>
            <a:r>
              <a:t>    }</a:t>
            </a:r>
          </a:p>
          <a:p>
            <a:r>
              <a:t>};</a:t>
            </a:r>
          </a:p>
          <a:p>
            <a:r>
              <a:t>new Thread(r).start();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– Java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Runnable r = () -&gt; System.out.println("Thread running");</a:t>
            </a:r>
          </a:p>
          <a:p>
            <a:r>
              <a:t>new Thread(r).start();</a:t>
            </a:r>
          </a:p>
          <a:p>
            <a:endParaRPr/>
          </a:p>
          <a:p>
            <a:r>
              <a:t>Advantages:</a:t>
            </a:r>
          </a:p>
          <a:p>
            <a:r>
              <a:t>- Less code</a:t>
            </a:r>
          </a:p>
          <a:p>
            <a:r>
              <a:t>- Readable</a:t>
            </a:r>
          </a:p>
          <a:p>
            <a:r>
              <a:t>- Functional programming style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Functional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An interface with exactly ONE abstract method.</a:t>
            </a:r>
          </a:p>
          <a:p>
            <a:endParaRPr/>
          </a:p>
          <a:p>
            <a:r>
              <a:t>Can have:</a:t>
            </a:r>
          </a:p>
          <a:p>
            <a:r>
              <a:t>- default methods</a:t>
            </a:r>
          </a:p>
          <a:p>
            <a:r>
              <a:t>- static methods</a:t>
            </a:r>
          </a:p>
          <a:p>
            <a:endParaRPr/>
          </a:p>
          <a:p>
            <a:r>
              <a:t>@FunctionalInterface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Interface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@FunctionalInterface</a:t>
            </a:r>
          </a:p>
          <a:p>
            <a:r>
              <a:t>interface Calculator {</a:t>
            </a:r>
          </a:p>
          <a:p>
            <a:r>
              <a:t>    int add(int a, int b);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Lambda with Functional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class Test {</a:t>
            </a:r>
          </a:p>
          <a:p>
            <a:r>
              <a:t>    public static void main(String[] args) {</a:t>
            </a:r>
          </a:p>
          <a:p>
            <a:r>
              <a:t>        Calculator c = (a, b) -&gt; a + b;</a:t>
            </a:r>
          </a:p>
          <a:p>
            <a:r>
              <a:t>        System.out.println(c.add(10, 20));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Functional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Predicate&lt;T&gt;  -&gt; boolean test(T t)</a:t>
            </a:r>
          </a:p>
          <a:p>
            <a:r>
              <a:t>Function&lt;T,R&gt;   -&gt; R apply(T t)</a:t>
            </a:r>
          </a:p>
          <a:p>
            <a:r>
              <a:t>Consumer&lt;T&gt;     -&gt; void accept(T t)</a:t>
            </a:r>
          </a:p>
          <a:p>
            <a:r>
              <a:t>Supplier&lt;T&gt;     -&gt; T get()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Default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needed?</a:t>
            </a:r>
          </a:p>
          <a:p>
            <a:r>
              <a:t>To add new methods to interfaces without breaking existing classes.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dirty="0"/>
              <a:t>Default Method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4525963"/>
          </a:xfrm>
        </p:spPr>
        <p:txBody>
          <a:bodyPr>
            <a:noAutofit/>
          </a:bodyPr>
          <a:lstStyle/>
          <a:p>
            <a:r>
              <a:rPr sz="2400" dirty="0"/>
              <a:t>interface Vehicle {</a:t>
            </a:r>
          </a:p>
          <a:p>
            <a:r>
              <a:rPr sz="2400" dirty="0"/>
              <a:t>    default void start() {</a:t>
            </a:r>
          </a:p>
          <a:p>
            <a:r>
              <a:rPr sz="2400" dirty="0"/>
              <a:t>        </a:t>
            </a:r>
            <a:r>
              <a:rPr sz="2400" dirty="0" err="1"/>
              <a:t>System.out.println</a:t>
            </a:r>
            <a:r>
              <a:rPr sz="2400" dirty="0"/>
              <a:t>("Vehicle started");</a:t>
            </a:r>
          </a:p>
          <a:p>
            <a:r>
              <a:rPr sz="2400" dirty="0"/>
              <a:t>    }</a:t>
            </a:r>
          </a:p>
          <a:p>
            <a:r>
              <a:rPr sz="2400" dirty="0"/>
              <a:t>}</a:t>
            </a:r>
          </a:p>
          <a:p>
            <a:endParaRPr sz="2400" dirty="0"/>
          </a:p>
          <a:p>
            <a:r>
              <a:rPr sz="2400" dirty="0"/>
              <a:t>class Car implements Vehicle {}</a:t>
            </a:r>
          </a:p>
          <a:p>
            <a:endParaRPr sz="2400" dirty="0"/>
          </a:p>
          <a:p>
            <a:r>
              <a:rPr sz="2400" dirty="0"/>
              <a:t>public class Test {</a:t>
            </a:r>
          </a:p>
          <a:p>
            <a:r>
              <a:rPr sz="2400" dirty="0"/>
              <a:t>    public static void main(String[] </a:t>
            </a:r>
            <a:r>
              <a:rPr sz="2400" dirty="0" err="1"/>
              <a:t>args</a:t>
            </a:r>
            <a:r>
              <a:rPr sz="2400" dirty="0"/>
              <a:t>) {</a:t>
            </a:r>
          </a:p>
          <a:p>
            <a:r>
              <a:rPr sz="2400" dirty="0"/>
              <a:t>        Car c = new Car();</a:t>
            </a:r>
          </a:p>
          <a:p>
            <a:r>
              <a:rPr sz="2400" dirty="0"/>
              <a:t>        </a:t>
            </a:r>
            <a:r>
              <a:rPr sz="2400" dirty="0" err="1"/>
              <a:t>c.start</a:t>
            </a:r>
            <a:r>
              <a:rPr sz="2400" dirty="0"/>
              <a:t>();</a:t>
            </a:r>
          </a:p>
          <a:p>
            <a:r>
              <a:rPr sz="2400" dirty="0"/>
              <a:t>    }</a:t>
            </a:r>
          </a:p>
          <a:p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Static Methods in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Utility methods related to interface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Static Method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interface </a:t>
            </a:r>
            <a:r>
              <a:rPr sz="2400" dirty="0" err="1"/>
              <a:t>MathUtil</a:t>
            </a:r>
            <a:r>
              <a:rPr sz="2400" dirty="0"/>
              <a:t> {</a:t>
            </a:r>
          </a:p>
          <a:p>
            <a:r>
              <a:rPr sz="2400" dirty="0"/>
              <a:t>    static int square(int x) {</a:t>
            </a:r>
          </a:p>
          <a:p>
            <a:r>
              <a:rPr sz="2400" dirty="0"/>
              <a:t>        return x * x;</a:t>
            </a:r>
          </a:p>
          <a:p>
            <a:r>
              <a:rPr sz="2400" dirty="0"/>
              <a:t>    }</a:t>
            </a:r>
          </a:p>
          <a:p>
            <a:r>
              <a:rPr sz="2400" dirty="0"/>
              <a:t>}</a:t>
            </a:r>
          </a:p>
          <a:p>
            <a:endParaRPr sz="2400" dirty="0"/>
          </a:p>
          <a:p>
            <a:r>
              <a:rPr sz="2400" dirty="0"/>
              <a:t>public class Test {</a:t>
            </a:r>
          </a:p>
          <a:p>
            <a:r>
              <a:rPr sz="2400" dirty="0"/>
              <a:t>    public static void main(String[] </a:t>
            </a:r>
            <a:r>
              <a:rPr sz="2400" dirty="0" err="1"/>
              <a:t>args</a:t>
            </a:r>
            <a:r>
              <a:rPr sz="2400" dirty="0"/>
              <a:t>) {</a:t>
            </a:r>
          </a:p>
          <a:p>
            <a:r>
              <a:rPr sz="2400" dirty="0"/>
              <a:t>        </a:t>
            </a:r>
            <a:r>
              <a:rPr sz="2400" dirty="0" err="1"/>
              <a:t>System.out.println</a:t>
            </a:r>
            <a:r>
              <a:rPr sz="2400" dirty="0"/>
              <a:t>(</a:t>
            </a:r>
            <a:r>
              <a:rPr sz="2400" dirty="0" err="1"/>
              <a:t>MathUtil.square</a:t>
            </a:r>
            <a:r>
              <a:rPr sz="2400" dirty="0"/>
              <a:t>(5));</a:t>
            </a:r>
          </a:p>
          <a:p>
            <a:r>
              <a:rPr sz="2400" dirty="0"/>
              <a:t>    }</a:t>
            </a:r>
          </a:p>
          <a:p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Stream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Stream?</a:t>
            </a:r>
          </a:p>
          <a:p>
            <a:r>
              <a:t>A stream is a sequence of elements that supports functional operations like filtering, mapping, reducing.</a:t>
            </a:r>
          </a:p>
          <a:p>
            <a:endParaRPr/>
          </a:p>
          <a:p>
            <a:r>
              <a:t>Stream does NOT store data.</a:t>
            </a:r>
          </a:p>
          <a:p>
            <a:endParaRPr/>
          </a:p>
          <a:p>
            <a:r>
              <a:t>Pipeline:</a:t>
            </a:r>
          </a:p>
          <a:p>
            <a:r>
              <a:t>Collection → Stream → Operations →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63"/>
            <a:ext cx="8229600" cy="1143000"/>
          </a:xfrm>
        </p:spPr>
        <p:txBody>
          <a:bodyPr/>
          <a:lstStyle/>
          <a:p>
            <a:r>
              <a:rPr dirty="0"/>
              <a:t>Stream API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0463"/>
            <a:ext cx="8229600" cy="4525963"/>
          </a:xfrm>
        </p:spPr>
        <p:txBody>
          <a:bodyPr>
            <a:noAutofit/>
          </a:bodyPr>
          <a:lstStyle/>
          <a:p>
            <a:r>
              <a:rPr sz="2400" dirty="0"/>
              <a:t>import </a:t>
            </a:r>
            <a:r>
              <a:rPr sz="2400" dirty="0" err="1"/>
              <a:t>java.util</a:t>
            </a:r>
            <a:r>
              <a:rPr sz="2400" dirty="0"/>
              <a:t>.*;</a:t>
            </a:r>
          </a:p>
          <a:p>
            <a:r>
              <a:rPr sz="2400" dirty="0"/>
              <a:t>import </a:t>
            </a:r>
            <a:r>
              <a:rPr sz="2400" dirty="0" err="1"/>
              <a:t>java.util.stream</a:t>
            </a:r>
            <a:r>
              <a:rPr sz="2400" dirty="0"/>
              <a:t>.*;</a:t>
            </a:r>
          </a:p>
          <a:p>
            <a:endParaRPr sz="2400" dirty="0"/>
          </a:p>
          <a:p>
            <a:r>
              <a:rPr sz="2400" dirty="0"/>
              <a:t>public class Test {</a:t>
            </a:r>
          </a:p>
          <a:p>
            <a:r>
              <a:rPr sz="2400" dirty="0"/>
              <a:t>    public static void main(String[] </a:t>
            </a:r>
            <a:r>
              <a:rPr sz="2400" dirty="0" err="1"/>
              <a:t>args</a:t>
            </a:r>
            <a:r>
              <a:rPr sz="2400" dirty="0"/>
              <a:t>) {</a:t>
            </a:r>
          </a:p>
          <a:p>
            <a:r>
              <a:rPr sz="2400" dirty="0"/>
              <a:t>        List&lt;Integer&gt; list = </a:t>
            </a:r>
            <a:r>
              <a:rPr sz="2400" dirty="0" err="1"/>
              <a:t>Arrays.asList</a:t>
            </a:r>
            <a:r>
              <a:rPr sz="2400" dirty="0"/>
              <a:t>(10, 15, 20, 25, 30);</a:t>
            </a:r>
          </a:p>
          <a:p>
            <a:endParaRPr sz="2400" dirty="0"/>
          </a:p>
          <a:p>
            <a:r>
              <a:rPr sz="2400" dirty="0"/>
              <a:t>        </a:t>
            </a:r>
            <a:r>
              <a:rPr sz="2400" dirty="0" err="1"/>
              <a:t>list.stream</a:t>
            </a:r>
            <a:r>
              <a:rPr sz="2400" dirty="0"/>
              <a:t>()</a:t>
            </a:r>
          </a:p>
          <a:p>
            <a:r>
              <a:rPr sz="2400" dirty="0"/>
              <a:t>            .filter(n -&gt; n % 2 == 0)</a:t>
            </a:r>
          </a:p>
          <a:p>
            <a:r>
              <a:rPr sz="2400" dirty="0"/>
              <a:t>            .map(n -&gt; n * 2)</a:t>
            </a:r>
          </a:p>
          <a:p>
            <a:r>
              <a:rPr sz="2400" dirty="0"/>
              <a:t>            .</a:t>
            </a:r>
            <a:r>
              <a:rPr sz="2400" dirty="0" err="1"/>
              <a:t>forEach</a:t>
            </a:r>
            <a:r>
              <a:rPr sz="2400" dirty="0"/>
              <a:t>(</a:t>
            </a:r>
            <a:r>
              <a:rPr sz="2400" dirty="0" err="1"/>
              <a:t>System.out</a:t>
            </a:r>
            <a:r>
              <a:rPr sz="2400" dirty="0"/>
              <a:t>::</a:t>
            </a:r>
            <a:r>
              <a:rPr sz="2400" dirty="0" err="1"/>
              <a:t>println</a:t>
            </a:r>
            <a:r>
              <a:rPr sz="2400" dirty="0"/>
              <a:t>);</a:t>
            </a:r>
          </a:p>
          <a:p>
            <a:r>
              <a:rPr sz="2400" dirty="0"/>
              <a:t>    }</a:t>
            </a:r>
          </a:p>
          <a:p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Stream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filter()  - condition</a:t>
            </a:r>
          </a:p>
          <a:p>
            <a:r>
              <a:t>map()     - transform</a:t>
            </a:r>
          </a:p>
          <a:p>
            <a:r>
              <a:t>sorted()  - sort</a:t>
            </a:r>
          </a:p>
          <a:p>
            <a:r>
              <a:t>forEach() - iterate</a:t>
            </a:r>
          </a:p>
          <a:p>
            <a:r>
              <a:t>collect() - convert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forEach()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</a:t>
            </a:r>
          </a:p>
          <a:p>
            <a:r>
              <a:t>A default method in Iterable interface.</a:t>
            </a:r>
          </a:p>
          <a:p>
            <a:endParaRPr/>
          </a:p>
          <a:p>
            <a:r>
              <a:t>Example:</a:t>
            </a:r>
          </a:p>
          <a:p>
            <a:r>
              <a:t>List&lt;String&gt; names = Arrays.asList("Ravi", "Amit", "John");</a:t>
            </a:r>
          </a:p>
          <a:p>
            <a:r>
              <a:t>names.forEach(name -&gt; System.out.println(name));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7" y="-25400"/>
            <a:ext cx="8229600" cy="1143000"/>
          </a:xfrm>
        </p:spPr>
        <p:txBody>
          <a:bodyPr/>
          <a:lstStyle/>
          <a:p>
            <a:r>
              <a:rPr dirty="0"/>
              <a:t>7. Method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6" y="1014413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What is it?</a:t>
            </a:r>
          </a:p>
          <a:p>
            <a:r>
              <a:rPr dirty="0"/>
              <a:t>Short-hand version of lambda expressions.</a:t>
            </a:r>
          </a:p>
          <a:p>
            <a:endParaRPr dirty="0"/>
          </a:p>
          <a:p>
            <a:r>
              <a:rPr dirty="0"/>
              <a:t>Types:</a:t>
            </a:r>
          </a:p>
          <a:p>
            <a:r>
              <a:rPr dirty="0"/>
              <a:t>1. Static method</a:t>
            </a:r>
          </a:p>
          <a:p>
            <a:r>
              <a:rPr dirty="0"/>
              <a:t>2. Instance method</a:t>
            </a:r>
          </a:p>
          <a:p>
            <a:r>
              <a:rPr dirty="0"/>
              <a:t>3. Constructor reference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 err="1"/>
              <a:t>list.forEach</a:t>
            </a:r>
            <a:r>
              <a:rPr dirty="0"/>
              <a:t>(</a:t>
            </a:r>
            <a:r>
              <a:rPr dirty="0" err="1"/>
              <a:t>System.out</a:t>
            </a:r>
            <a:r>
              <a:rPr dirty="0"/>
              <a:t>::</a:t>
            </a:r>
            <a:r>
              <a:rPr dirty="0" err="1"/>
              <a:t>println</a:t>
            </a:r>
            <a:r>
              <a:rPr dirty="0"/>
              <a:t>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Optional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Optional?</a:t>
            </a:r>
          </a:p>
          <a:p>
            <a:r>
              <a:t>To avoid NullPointerException.</a:t>
            </a:r>
          </a:p>
          <a:p>
            <a:endParaRPr/>
          </a:p>
          <a:p>
            <a:r>
              <a:t>Example:</a:t>
            </a:r>
          </a:p>
          <a:p>
            <a:r>
              <a:t>Optional&lt;String&gt; opt = Optional.ofNullable(name);</a:t>
            </a:r>
          </a:p>
          <a:p>
            <a:r>
              <a:t>System.out.println(opt.orElse("Default Name"));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Date &amp; Time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Problems before Java 8:</a:t>
            </a:r>
          </a:p>
          <a:p>
            <a:r>
              <a:t>- Date was mutable</a:t>
            </a:r>
          </a:p>
          <a:p>
            <a:r>
              <a:t>- Not thread-safe</a:t>
            </a:r>
          </a:p>
          <a:p>
            <a:r>
              <a:t>- Confusing API</a:t>
            </a:r>
          </a:p>
          <a:p>
            <a:endParaRPr/>
          </a:p>
          <a:p>
            <a:r>
              <a:t>Java 8 Solution:</a:t>
            </a:r>
          </a:p>
          <a:p>
            <a:r>
              <a:t>LocalDate, LocalTime, LocalDateTime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Parallel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Executes stream operations using multiple threads.</a:t>
            </a:r>
          </a:p>
          <a:p>
            <a:endParaRPr/>
          </a:p>
          <a:p>
            <a:r>
              <a:t>Example:</a:t>
            </a:r>
          </a:p>
          <a:p>
            <a:r>
              <a:t>list.parallelStream().forEach(System.out::println);</a:t>
            </a:r>
          </a:p>
          <a:p>
            <a:endParaRPr/>
          </a:p>
          <a:p>
            <a:r>
              <a:t>Use carefully (order not guaranteed).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Nashorn JavaScript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Run JavaScript code inside Java.</a:t>
            </a:r>
          </a:p>
          <a:p>
            <a:endParaRPr/>
          </a:p>
          <a:p>
            <a:r>
              <a:t>Example:</a:t>
            </a:r>
          </a:p>
          <a:p>
            <a:r>
              <a:t>engine.eval("print('Hello JavaScript')");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Base64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String encoded = Base64.getEncoder()</a:t>
            </a:r>
          </a:p>
          <a:p>
            <a:r>
              <a:t>.encodeToString("java8".getBytes());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Tip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important Java 8 topics:</a:t>
            </a:r>
          </a:p>
          <a:p>
            <a:r>
              <a:t>1. Lambda Expressions</a:t>
            </a:r>
          </a:p>
          <a:p>
            <a:r>
              <a:t>2. Functional Interfaces</a:t>
            </a:r>
          </a:p>
          <a:p>
            <a:r>
              <a:t>3. Stream API</a:t>
            </a:r>
          </a:p>
          <a:p>
            <a:r>
              <a:t>4. Optional</a:t>
            </a:r>
          </a:p>
          <a:p>
            <a:r>
              <a:t>5. Date &amp; Time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928</Words>
  <Application>Microsoft Office PowerPoint</Application>
  <PresentationFormat>On-screen Show (4:3)</PresentationFormat>
  <Paragraphs>180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Java 8 Features – Detailed Explanation with Examples</vt:lpstr>
      <vt:lpstr>Java 8 Overview</vt:lpstr>
      <vt:lpstr>1. Lambda Expressions</vt:lpstr>
      <vt:lpstr>Lambda – Before Java 8</vt:lpstr>
      <vt:lpstr>Lambda – Java 8</vt:lpstr>
      <vt:lpstr>2. Functional Interfaces</vt:lpstr>
      <vt:lpstr>Functional Interface Example</vt:lpstr>
      <vt:lpstr>Using Lambda with Functional Interface</vt:lpstr>
      <vt:lpstr>Built-in Functional Interfaces</vt:lpstr>
      <vt:lpstr>3. Default Methods</vt:lpstr>
      <vt:lpstr>Default Method Example</vt:lpstr>
      <vt:lpstr>4. Static Methods in Interfaces</vt:lpstr>
      <vt:lpstr>Static Method Example</vt:lpstr>
      <vt:lpstr>5. Stream API</vt:lpstr>
      <vt:lpstr>Stream API Example</vt:lpstr>
      <vt:lpstr>Common Stream Methods</vt:lpstr>
      <vt:lpstr>6. forEach() Method</vt:lpstr>
      <vt:lpstr>7. Method References</vt:lpstr>
      <vt:lpstr>8. Optional Class</vt:lpstr>
      <vt:lpstr>9. Date &amp; Time API</vt:lpstr>
      <vt:lpstr>10. Parallel Streams</vt:lpstr>
      <vt:lpstr>11. Nashorn JavaScript Engine</vt:lpstr>
      <vt:lpstr>12. Base64 Encoding</vt:lpstr>
      <vt:lpstr>Interview Tip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8 Features – Detailed Explanation with Examples</dc:title>
  <dc:subject/>
  <dc:creator>LENOVO</dc:creator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2026-02-17T09:31:59Z</dcterms:modified>
  <cp:category/>
</cp:coreProperties>
</file>