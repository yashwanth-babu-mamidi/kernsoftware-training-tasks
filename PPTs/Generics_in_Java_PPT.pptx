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Generics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Generics were introduced in Java 5 to provide:</a:t>
            </a:r>
            <a:br/>
            <a:r>
              <a:t>• Type Safety</a:t>
            </a:r>
            <a:br/>
            <a:r>
              <a:t>• Compile-time type checking</a:t>
            </a:r>
            <a:br/>
            <a:r>
              <a:t>• Elimination of type casting</a:t>
            </a:r>
            <a:br/>
            <a:r>
              <a:t>• Reusable code</a:t>
            </a:r>
            <a:br/>
            <a:br/>
            <a:r>
              <a:t>Generics allow a class, interface, or method to work with different data types.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Without Generics (Problem)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ArrayList list = new ArrayList();</a:t>
            </a:r>
            <a:br/>
            <a:r>
              <a:t>list.add("Java");</a:t>
            </a:r>
            <a:br/>
            <a:r>
              <a:t>list.add(100);</a:t>
            </a:r>
            <a:br/>
            <a:br/>
            <a:r>
              <a:t>String s = (String) list.get(1);</a:t>
            </a:r>
            <a:br/>
            <a:br/>
            <a:r>
              <a:t>Problems:</a:t>
            </a:r>
            <a:br/>
            <a:r>
              <a:t>• No type safety</a:t>
            </a:r>
            <a:br/>
            <a:r>
              <a:t>• Explicit casting</a:t>
            </a:r>
            <a:br/>
            <a:r>
              <a:t>• Runtime ClassCastException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Generics (Solution)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ArrayList&lt;String&gt; list = new ArrayList&lt;&gt;();</a:t>
            </a:r>
            <a:br/>
            <a:r>
              <a:t>list.add("Java");</a:t>
            </a:r>
            <a:br/>
            <a:br/>
            <a:r>
              <a:t>String s = list.get(0);</a:t>
            </a:r>
            <a:br/>
            <a:br/>
            <a:r>
              <a:t>✔ Compile-time checking</a:t>
            </a:r>
            <a:br/>
            <a:r>
              <a:t>✔ No casting</a:t>
            </a:r>
            <a:br/>
            <a:r>
              <a:t>✔ Safe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Generic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Syntax:</a:t>
            </a:r>
            <a:br/>
            <a:r>
              <a:t>class ClassName&lt;T&gt; { T variable; }</a:t>
            </a:r>
            <a:br/>
            <a:br/>
            <a:r>
              <a:t>Example:</a:t>
            </a:r>
            <a:br/>
            <a:r>
              <a:t>Box&lt;Integer&gt; intBox = new Box&lt;&gt;();</a:t>
            </a:r>
            <a:br/>
            <a:r>
              <a:t>Box&lt;String&gt; strBox = new Box&lt;&gt;();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Type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class Pair&lt;K, V&gt;</a:t>
            </a:r>
            <a:br/>
            <a:br/>
            <a:r>
              <a:t>Example:</a:t>
            </a:r>
            <a:br/>
            <a:r>
              <a:t>Pair&lt;Integer, String&gt;</a:t>
            </a:r>
            <a:br/>
            <a:r>
              <a:t>Pair&lt;String, Double&gt;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Generic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public static &lt;T&gt; void printArray(T[] array)</a:t>
            </a:r>
            <a:br/>
            <a:br/>
            <a:r>
              <a:t>Works with Integer[], String[], etc.</a:t>
            </a:r>
            <a:br/>
            <a:r>
              <a:t>Improves reusability and type safety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Bounded 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Upper Bound:</a:t>
            </a:r>
            <a:br/>
            <a:r>
              <a:t>class Calculator&lt;T extends Number&gt;</a:t>
            </a:r>
            <a:br/>
            <a:br/>
            <a:r>
              <a:t>Multiple Bounds:</a:t>
            </a:r>
            <a:br/>
            <a:r>
              <a:t>T extends Number &amp; Comparable&lt;T&gt;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Wildcards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&lt;?&gt;  Unbounded</a:t>
            </a:r>
            <a:br/>
            <a:r>
              <a:t>&lt;? extends T&gt; Upper bound (read only)</a:t>
            </a:r>
            <a:br/>
            <a:r>
              <a:t>&lt;? super T&gt; Lower bound (write allowed)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Generics with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List&lt;String&gt;</a:t>
            </a:r>
            <a:br/>
            <a:r>
              <a:t>Set&lt;Integer&gt;</a:t>
            </a:r>
            <a:br/>
            <a:r>
              <a:t>Map&lt;Integer, String&gt;</a:t>
            </a:r>
            <a:br/>
            <a:br/>
            <a:r>
              <a:t>Provides compile-time safety for collections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Erasure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Generic information removed at runtime</a:t>
            </a:r>
            <a:br/>
            <a:br/>
            <a:r>
              <a:t>ArrayList&lt;String&gt; and ArrayList&lt;Integer&gt;</a:t>
            </a:r>
            <a:br/>
            <a:r>
              <a:t>Both are same class at runtime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Type safety</a:t>
            </a:r>
            <a:br/>
            <a:r>
              <a:t>• No casting</a:t>
            </a:r>
            <a:br/>
            <a:r>
              <a:t>• Code reusability</a:t>
            </a:r>
            <a:br/>
            <a:r>
              <a:t>• Compile-time error detection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Restrictions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Cannot use primitive types</a:t>
            </a:r>
            <a:br/>
            <a:r>
              <a:t>• Cannot create object of T</a:t>
            </a:r>
            <a:br/>
            <a:r>
              <a:t>• Cannot use static generic fields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Repository&lt;T&gt; used for generic data storage</a:t>
            </a:r>
            <a:br/>
            <a:br/>
            <a:r>
              <a:t>Example:</a:t>
            </a:r>
            <a:br/>
            <a:r>
              <a:t>Repository&lt;Student&gt;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Introduced in Java 5</a:t>
            </a:r>
            <a:br/>
            <a:r>
              <a:t>• Uses Type Erasure</a:t>
            </a:r>
            <a:br/>
            <a:r>
              <a:t>• extends → upper bound</a:t>
            </a:r>
            <a:br/>
            <a:r>
              <a:t>• super → lower bound</a:t>
            </a:r>
            <a:br/>
            <a:r>
              <a:t>• Improves compile-time safety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