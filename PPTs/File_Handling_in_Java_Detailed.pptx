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75" r:id="rId5"/>
    <p:sldId id="276" r:id="rId6"/>
    <p:sldId id="27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Handling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Detailed Explanation with Examples</a:t>
            </a:r>
            <a:r>
              <a:rPr lang="en-US" dirty="0"/>
              <a:t> By    - M. </a:t>
            </a:r>
            <a:r>
              <a:rPr lang="en-US" dirty="0" err="1"/>
              <a:t>Yashwanth</a:t>
            </a:r>
            <a:r>
              <a:rPr lang="en-US" dirty="0"/>
              <a:t> </a:t>
            </a:r>
            <a:r>
              <a:rPr lang="en-US" dirty="0" err="1"/>
              <a:t>Babu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File Handling?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Handling in Java is the process of creating, reading, writing, updating, and deleting files.</a:t>
            </a:r>
          </a:p>
          <a:p>
            <a:endParaRPr/>
          </a:p>
          <a:p>
            <a:r>
              <a:t>It allows Java programs to store data permanently on secondary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986B-3A34-4364-95A8-2BB2789A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18D0B-D3ED-4E9B-B9C0-145812CBA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1504950"/>
            <a:ext cx="83343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2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A4A1-A316-41FC-B1C7-2453F8FE9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113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2050" name="Picture 2" descr="Java File I/O">
            <a:extLst>
              <a:ext uri="{FF2B5EF4-FFF2-40B4-BE49-F238E27FC236}">
                <a16:creationId xmlns:a16="http://schemas.microsoft.com/office/drawing/2014/main" id="{893AD93B-340D-4446-AE24-70616115FF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71525"/>
            <a:ext cx="8229600" cy="581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30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4F45-02D1-4AF0-B0E8-5D827C20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2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3074" name="Picture 2" descr="Java's Reader/Writer and InputStream/OutputStream classes | kirti hirani  posted on the topic | LinkedIn">
            <a:extLst>
              <a:ext uri="{FF2B5EF4-FFF2-40B4-BE49-F238E27FC236}">
                <a16:creationId xmlns:a16="http://schemas.microsoft.com/office/drawing/2014/main" id="{693D1184-2068-4AC6-95DC-6A8E531A68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99" y="834232"/>
            <a:ext cx="8479293" cy="516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74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B953-7C94-4201-8464-B3E05D01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098" name="Picture 2" descr="InputStream/OutputStream for standard stream- Java - Stack Overflow">
            <a:extLst>
              <a:ext uri="{FF2B5EF4-FFF2-40B4-BE49-F238E27FC236}">
                <a16:creationId xmlns:a16="http://schemas.microsoft.com/office/drawing/2014/main" id="{1AA5BC09-DDBA-4345-973B-35EB43325A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40" y="857251"/>
            <a:ext cx="8833162" cy="518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11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File Handling is Required?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Permanent data storage</a:t>
            </a:r>
          </a:p>
          <a:p>
            <a:r>
              <a:t>- Logging application data</a:t>
            </a:r>
          </a:p>
          <a:p>
            <a:r>
              <a:t>- Configuration files</a:t>
            </a:r>
          </a:p>
          <a:p>
            <a:r>
              <a:t>- Handling large data</a:t>
            </a:r>
          </a:p>
          <a:p>
            <a:r>
              <a:t>- Data recovery after program termination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IO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provides the java.io package for file handling.</a:t>
            </a:r>
          </a:p>
          <a:p>
            <a:endParaRPr/>
          </a:p>
          <a:p>
            <a:r>
              <a:t>It contains classes for input and output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Byte Stream (Binary Data)</a:t>
            </a:r>
          </a:p>
          <a:p>
            <a:r>
              <a:t>- Images, audio, video</a:t>
            </a:r>
          </a:p>
          <a:p>
            <a:r>
              <a:t>- InputStream, OutputStream</a:t>
            </a:r>
          </a:p>
          <a:p>
            <a:endParaRPr/>
          </a:p>
          <a:p>
            <a:r>
              <a:t>2. Character Stream (Text Data)</a:t>
            </a:r>
          </a:p>
          <a:p>
            <a:r>
              <a:t>- Text files</a:t>
            </a:r>
          </a:p>
          <a:p>
            <a:r>
              <a:t>- Reader, Writer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Represents file or directory path</a:t>
            </a:r>
          </a:p>
          <a:p>
            <a:endParaRPr/>
          </a:p>
          <a:p>
            <a:r>
              <a:t>Important Methods:</a:t>
            </a:r>
          </a:p>
          <a:p>
            <a:r>
              <a:t>- createNewFile()</a:t>
            </a:r>
          </a:p>
          <a:p>
            <a:r>
              <a:t>- exists()</a:t>
            </a:r>
          </a:p>
          <a:p>
            <a:r>
              <a:t>- delete()</a:t>
            </a:r>
          </a:p>
          <a:p>
            <a:r>
              <a:t>- getName()</a:t>
            </a:r>
          </a:p>
          <a:p>
            <a:r>
              <a:t>- getAbsolutePath()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file = new File("demo.txt");</a:t>
            </a:r>
          </a:p>
          <a:p>
            <a:r>
              <a:t>file.createNewFile();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Data to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FileWriter fw = new FileWriter("data.txt");</a:t>
            </a:r>
          </a:p>
          <a:p>
            <a:r>
              <a:t>fw.write("Hello File Handling");</a:t>
            </a:r>
          </a:p>
          <a:p>
            <a:r>
              <a:t>fw.close();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Data from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FileReader fr = new FileReader("data.txt");</a:t>
            </a:r>
          </a:p>
          <a:p>
            <a:r>
              <a:t>int ch;</a:t>
            </a:r>
          </a:p>
          <a:p>
            <a:r>
              <a:t>while((ch = fr.read()) != -1) {</a:t>
            </a:r>
          </a:p>
          <a:p>
            <a:r>
              <a:t>    System.out.print((char)ch);</a:t>
            </a:r>
          </a:p>
          <a:p>
            <a:r>
              <a:t>}</a:t>
            </a:r>
          </a:p>
          <a:p>
            <a:r>
              <a:t>fr.close();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BufferedWriter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fast writing</a:t>
            </a:r>
          </a:p>
          <a:p>
            <a:endParaRPr/>
          </a:p>
          <a:p>
            <a:r>
              <a:t>BufferedWriter bw = new BufferedWriter(new FileWriter("buffer.txt"));</a:t>
            </a:r>
          </a:p>
          <a:p>
            <a:r>
              <a:t>bw.write("Buffered Writing");</a:t>
            </a:r>
          </a:p>
          <a:p>
            <a:r>
              <a:t>bw.close();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BufferedReader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Used for fast reading</a:t>
            </a:r>
          </a:p>
          <a:p>
            <a:endParaRPr/>
          </a:p>
          <a:p>
            <a:r>
              <a:t>BufferedReader br = new BufferedReader(new FileReader("buffer.txt"));</a:t>
            </a:r>
          </a:p>
          <a:p>
            <a:r>
              <a:t>String line;</a:t>
            </a:r>
          </a:p>
          <a:p>
            <a:r>
              <a:t>while((line = br.readLine()) != null) {</a:t>
            </a:r>
          </a:p>
          <a:p>
            <a:r>
              <a:t>    System.out.println(line);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 Stream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copy binary files</a:t>
            </a:r>
          </a:p>
          <a:p>
            <a:endParaRPr/>
          </a:p>
          <a:p>
            <a:r>
              <a:t>FileInputStream fis = new FileInputStream("source.jpg");</a:t>
            </a:r>
          </a:p>
          <a:p>
            <a:r>
              <a:t>FileOutputStream fos = new FileOutputStream("target.jpg");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 Data to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FileWriter fw = new FileWriter("data.txt", true);</a:t>
            </a:r>
          </a:p>
          <a:p>
            <a:r>
              <a:t>fw.write("Appended Data");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 With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closes resources</a:t>
            </a:r>
          </a:p>
          <a:p>
            <a:endParaRPr/>
          </a:p>
          <a:p>
            <a:r>
              <a:t>try(FileWriter fw = new FileWriter("auto.txt")) {</a:t>
            </a:r>
          </a:p>
          <a:p>
            <a:r>
              <a:t>    fw.write("Auto Close");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convert object into file</a:t>
            </a:r>
          </a:p>
          <a:p>
            <a:endParaRPr/>
          </a:p>
          <a:p>
            <a:r>
              <a:t>Requires Serializable interface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Permanent storage</a:t>
            </a:r>
          </a:p>
          <a:p>
            <a:r>
              <a:t>- Easy retrieval</a:t>
            </a:r>
          </a:p>
          <a:p>
            <a:r>
              <a:t>- Handles large data</a:t>
            </a:r>
          </a:p>
          <a:p>
            <a:r>
              <a:t>- Secure storage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Difference between FileReader and BufferedReader?</a:t>
            </a:r>
          </a:p>
          <a:p>
            <a:r>
              <a:t>- Difference between Byte Stream and Character Stream?</a:t>
            </a:r>
          </a:p>
          <a:p>
            <a:r>
              <a:t>- Why should streams be closed?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Java supports file handling via java.io</a:t>
            </a:r>
          </a:p>
          <a:p>
            <a:r>
              <a:t>- Byte &amp; Character streams</a:t>
            </a:r>
          </a:p>
          <a:p>
            <a:r>
              <a:t>- Buffered classes improve performance</a:t>
            </a:r>
          </a:p>
          <a:p>
            <a:r>
              <a:t>- Try-with-resources is best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480</Words>
  <Application>Microsoft Office PowerPoint</Application>
  <PresentationFormat>On-screen Show (4:3)</PresentationFormat>
  <Paragraphs>93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File Handling in Java</vt:lpstr>
      <vt:lpstr>What is File Handling?</vt:lpstr>
      <vt:lpstr>PowerPoint Presentation</vt:lpstr>
      <vt:lpstr>PowerPoint Presentation</vt:lpstr>
      <vt:lpstr>PowerPoint Presentation</vt:lpstr>
      <vt:lpstr>PowerPoint Presentation</vt:lpstr>
      <vt:lpstr>Why File Handling is Required?</vt:lpstr>
      <vt:lpstr>Java IO Package</vt:lpstr>
      <vt:lpstr>Types of File Handling</vt:lpstr>
      <vt:lpstr>File Class</vt:lpstr>
      <vt:lpstr>Creating a File</vt:lpstr>
      <vt:lpstr>Writing Data to File</vt:lpstr>
      <vt:lpstr>Reading Data from File</vt:lpstr>
      <vt:lpstr>BufferedWriter</vt:lpstr>
      <vt:lpstr>BufferedReader</vt:lpstr>
      <vt:lpstr>Byte Stream Example</vt:lpstr>
      <vt:lpstr>Append Data to File</vt:lpstr>
      <vt:lpstr>Try With Resources</vt:lpstr>
      <vt:lpstr>Serialization</vt:lpstr>
      <vt:lpstr>Advantages of File Handling</vt:lpstr>
      <vt:lpstr>Interview Questions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 in Java</dc:title>
  <dc:subject/>
  <dc:creator/>
  <cp:keywords/>
  <dc:description>generated using python-pptx</dc:description>
  <cp:lastModifiedBy>LENOVO</cp:lastModifiedBy>
  <cp:revision>4</cp:revision>
  <dcterms:created xsi:type="dcterms:W3CDTF">2013-01-27T09:14:16Z</dcterms:created>
  <dcterms:modified xsi:type="dcterms:W3CDTF">2026-02-20T10:13:08Z</dcterms:modified>
  <cp:category/>
</cp:coreProperties>
</file>