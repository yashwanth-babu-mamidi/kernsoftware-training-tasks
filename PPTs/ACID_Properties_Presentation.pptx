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ACID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ACID Properties in Database Management Systems</a:t>
            </a:r>
          </a:p>
          <a:p>
            <a:r>
              <a:t>Ensuring Reliable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ACID?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ACID stands for:</a:t>
            </a:r>
          </a:p>
          <a:p>
            <a:r>
              <a:t>Atomicity</a:t>
            </a:r>
          </a:p>
          <a:p>
            <a:r>
              <a:t>Consistency</a:t>
            </a:r>
          </a:p>
          <a:p>
            <a:r>
              <a:t>Isolation</a:t>
            </a:r>
          </a:p>
          <a:p>
            <a:r>
              <a:t>Durability</a:t>
            </a:r>
          </a:p>
          <a:p/>
          <a:p>
            <a:r>
              <a:t>These properties guarantee reliable processing of database transactions.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Atomicity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Atomicity ensures that a transaction is treated as a single unit.</a:t>
            </a:r>
          </a:p>
          <a:p/>
          <a:p>
            <a:r>
              <a:t>• Either all operations succeed</a:t>
            </a:r>
          </a:p>
          <a:p>
            <a:r>
              <a:t>• Or all operations fail</a:t>
            </a:r>
          </a:p>
          <a:p/>
          <a:p>
            <a:r>
              <a:t>Example:</a:t>
            </a:r>
          </a:p>
          <a:p>
            <a:r>
              <a:t>Bank transfer – debit and credit must both happen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Consistency ensures that a transaction brings the database from one valid state to another.</a:t>
            </a:r>
          </a:p>
          <a:p/>
          <a:p>
            <a:r>
              <a:t>• Database rules are preserved</a:t>
            </a:r>
          </a:p>
          <a:p>
            <a:r>
              <a:t>• Constraints are not violated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Isolation ensures that concurrent transactions do not affect each other.</a:t>
            </a:r>
          </a:p>
          <a:p/>
          <a:p>
            <a:r>
              <a:t>• Intermediate states are invisible</a:t>
            </a:r>
          </a:p>
          <a:p>
            <a:r>
              <a:t>• Prevents dirty reads and inconsistencies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Durability ensures that once a transaction is committed, it remains permanent.</a:t>
            </a:r>
          </a:p>
          <a:p/>
          <a:p>
            <a:r>
              <a:t>• Survives system crashes</a:t>
            </a:r>
          </a:p>
          <a:p>
            <a:r>
              <a:t>• Stored safely on disk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ACID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 Transaction Example:</a:t>
            </a:r>
          </a:p>
          <a:p/>
          <a:p>
            <a:r>
              <a:t>1. Debit from Account A</a:t>
            </a:r>
          </a:p>
          <a:p>
            <a:r>
              <a:t>2. Credit to Account B</a:t>
            </a:r>
          </a:p>
          <a:p/>
          <a:p>
            <a:r>
              <a:t>ACID ensures correctness even during failures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ACID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integrity</a:t>
            </a:r>
          </a:p>
          <a:p>
            <a:r>
              <a:t>• Reliable transactions</a:t>
            </a:r>
          </a:p>
          <a:p>
            <a:r>
              <a:t>• Prevents data corruption</a:t>
            </a:r>
          </a:p>
          <a:p>
            <a:r>
              <a:t>• Essential for banking and financial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Atomicity – All or Nothing</a:t>
            </a:r>
          </a:p>
          <a:p>
            <a:r>
              <a:t>Consistency – Valid State</a:t>
            </a:r>
          </a:p>
          <a:p>
            <a:r>
              <a:t>Isolation – Independent Transactions</a:t>
            </a:r>
          </a:p>
          <a:p>
            <a:r>
              <a:t>Durability – Permanent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