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Client-Server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Architecture Overview with Diagrams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Client-server architecture is a distributed computing model</a:t>
            </a:r>
          </a:p>
          <a:p>
            <a:pPr lvl="1"/>
            <a:r>
              <a:t>Clients request services and servers respond</a:t>
            </a:r>
          </a:p>
          <a:p>
            <a:pPr lvl="1"/>
            <a:r>
              <a:t>Commonly used in web and enterprise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Client: User-facing application</a:t>
            </a:r>
          </a:p>
          <a:p>
            <a:pPr lvl="1"/>
            <a:r>
              <a:t>Server: Handles requests and business logic</a:t>
            </a:r>
          </a:p>
          <a:p>
            <a:pPr lvl="1"/>
            <a:r>
              <a:t>Network: Enables communication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Client-Server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22860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Client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0" y="1828800"/>
            <a:ext cx="22860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Server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474720" y="1920240"/>
            <a:ext cx="1828800" cy="7315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Request / Response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 sends a request to the server</a:t>
            </a:r>
          </a:p>
          <a:p>
            <a:pPr lvl="1"/>
            <a:r>
              <a:t>Server processes the request</a:t>
            </a:r>
          </a:p>
          <a:p>
            <a:pPr lvl="1"/>
            <a:r>
              <a:t>Server returns a response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Multi-Tier Client-Server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2286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Web Client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2011680"/>
            <a:ext cx="2286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Application Server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2011680"/>
            <a:ext cx="2286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Database Server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Centralized data and control</a:t>
            </a:r>
          </a:p>
          <a:p>
            <a:pPr lvl="1"/>
            <a:r>
              <a:t>Scalable architecture</a:t>
            </a:r>
          </a:p>
          <a:p>
            <a:pPr lvl="1"/>
            <a:r>
              <a:t>Improved security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Server dependency</a:t>
            </a:r>
          </a:p>
          <a:p>
            <a:pPr lvl="1"/>
            <a:r>
              <a:t>Network latency</a:t>
            </a:r>
          </a:p>
          <a:p>
            <a:pPr lvl="1"/>
            <a:r>
              <a:t>Infrastructure cost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 applications</a:t>
            </a:r>
          </a:p>
          <a:p>
            <a:pPr lvl="1"/>
            <a:r>
              <a:t>Online banking systems</a:t>
            </a:r>
          </a:p>
          <a:p>
            <a:pPr lvl="1"/>
            <a:r>
              <a:t>Email and cloud services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